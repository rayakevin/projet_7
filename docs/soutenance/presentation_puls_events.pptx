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POC RAG Puls-Events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F2937"/>
                </a:solidFill>
              </a:defRPr>
            </a:pPr>
            <a:r>
              <a:t>Assistant intelligent de recommandations culturelles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API FastAPI + LangChain + FAISS + Mistral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D?monstration locale conteneuris?e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Puls-Events RAG POC - slide 1/12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291072"/>
            <a:ext cx="7315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Contexte m?tier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Puls-Events souhaite tester un chatbot culturel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Les r?ponses doivent s'appuyer sur des donn?es d'?v?nements r?centes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Le POC doit ?tre exploitable par les ?quipes produit et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Puls-Events RAG POC - slide 2/12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291072"/>
            <a:ext cx="7315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Objectifs du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R?cup?rer et nettoyer les ?v?nements OpenDataSoft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Indexer les descriptions en base vectorielle FAISS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G?n?rer des r?ponses augment?es avec Mistral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Exposer le syst?me via une API REST document?e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Mesurer la qualit? avec Ragas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Puls-Events RAG POC - slide 3/12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291072"/>
            <a:ext cx="7315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Donn?es utilis?es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Source unique : dataset public OpenDataSoft evenements-publics-openagenda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Zone cible : Paris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Champs exploit?s : titre, description, lieu, ville, dates, mots-cl?s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Donn?es locales pr?par?es pour limiter les risques en d?mo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Puls-Events RAG POC - slide 4/12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291072"/>
            <a:ext cx="7315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Pipeline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Appel API OpenDataSoft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Normalisation des champs et nettoyage HTML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Construction du champ full_text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Rapport qualit? sur les champs critiques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Dataset trait? pr?t pour l'indexation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Puls-Events RAG POC - slide 5/12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291072"/>
            <a:ext cx="7315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Indexation vectorielle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D?coupage des ?v?nements en chunks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Embeddings Mistral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Index FAISS via LangChain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M?tadonn?es conserv?es pour sourcer les r?ponses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Script de reconstruction : scripts/rebuild_index.py --index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Puls-Events RAG POC - slide 6/12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291072"/>
            <a:ext cx="7315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Fonctionnement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Question utilisateur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Recherche vectorielle + reranking hybride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S?lection de contextes pertinents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Prompt contextualis?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R?ponse Mistral avec sources 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Puls-Events RAG POC - slide 7/12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291072"/>
            <a:ext cx="7315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API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GET /health : ?tat de l'API et de l'index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POST /ask : question utilisateur et r?ponse augment?e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POST /rebuild : reconstruction dataset + index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Swagger disponible sur /docs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Puls-Events RAG POC - slide 8/12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291072"/>
            <a:ext cx="7315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Conteneurisation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Dockerfile Python 3.11 slim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Image avec API et artefacts data locaux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Configuration via .env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Lancement : docker compose up --build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D?mo sur http://127.0.0.1:8000/docs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Puls-Events RAG POC - slide 9/12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291072"/>
            <a:ext cx="7315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?valuation Ragas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Faithfulness : 0.9417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Answer relevance : 0.8681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Context precision : 0.8667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Semantic similarity : 0.9479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Jeu annot? de 5 questions repr?sentatives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Puls-Events RAG POC - slide 10/12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291072"/>
            <a:ext cx="7315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Sc?narios de d?mo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Concert Gospel Jazz pour la F?te de la musique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Activit? cosplay ? la Cit? des sciences et de l'Industrie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Spectacle jeune public d?s 3 ans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Avant-premi?re RED BIRD au Grand Rex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Puls-Events RAG POC - slide 11/12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291072"/>
            <a:ext cx="7315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Limites et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D?pendance ? l'API Mistral pour embeddings et g?n?ration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Ajouter des filtres temporels explicites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Augmenter le jeu de test annot?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Reranking plus avanc?</a:t>
            </a:r>
          </a:p>
          <a:p>
            <a:pPr>
              <a:spcAft>
                <a:spcPts val="1000"/>
              </a:spcAft>
              <a:defRPr sz="2000">
                <a:solidFill>
                  <a:srgbClr val="4B5563"/>
                </a:solidFill>
              </a:defRPr>
            </a:pPr>
            <a:r>
              <a:t>Automatisation CI des m?triques Ragas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Puls-Events RAG POC - slide 12/12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291072"/>
            <a:ext cx="7315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